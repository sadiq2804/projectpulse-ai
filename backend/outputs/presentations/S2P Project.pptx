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ProjectPulse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Project Health Report</a:t>
            </a:r>
          </a:p>
          <a:p/>
          <a:p>
            <a:r>
              <a:t>Zycus - Titan S2P Implementation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/>
            </a:pPr>
            <a:r>
              <a:t>Project : Zycus - Titan S2P Implementation</a:t>
            </a:r>
          </a:p>
          <a:p>
            <a:r>
              <a:t>Manager : Aftab Hashambhai</a:t>
            </a:r>
          </a:p>
          <a:p>
            <a:r>
              <a:t>Health : Red</a:t>
            </a:r>
          </a:p>
          <a:p>
            <a:r>
              <a:t>Progress : 58.27 %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r>
              <a:t>Executive Summary</a:t>
            </a:r>
          </a:p>
          <a:p/>
          <a:p>
            <a:r>
              <a:t>The project currently has an overall health score of 0.</a:t>
            </a:r>
          </a:p>
          <a:p/>
          <a:p>
            <a:r>
              <a:t>Current Progress:</a:t>
            </a:r>
          </a:p>
          <a:p>
            <a:r>
              <a:t>- Completed Tasks: 255</a:t>
            </a:r>
          </a:p>
          <a:p>
            <a:r>
              <a:t>- In Progress: 15</a:t>
            </a:r>
          </a:p>
          <a:p>
            <a:r>
              <a:t>- Not Started: 194</a:t>
            </a:r>
          </a:p>
          <a:p/>
          <a:p>
            <a:r>
              <a:t>Key Risks:</a:t>
            </a:r>
          </a:p>
          <a:p>
            <a:r>
              <a:t>- Red Tasks: 60</a:t>
            </a:r>
          </a:p>
          <a:p>
            <a:r>
              <a:t>- Yellow Tasks: 146</a:t>
            </a:r>
          </a:p>
          <a:p>
            <a:r>
              <a:t>- Overdue Tasks: 25</a:t>
            </a:r>
          </a:p>
          <a:p/>
          <a:p>
            <a:r>
              <a:t>Recommendations:</a:t>
            </a:r>
          </a:p>
          <a:p>
            <a:r>
              <a:t>• Prioritize overdue tasks.</a:t>
            </a:r>
          </a:p>
          <a:p>
            <a:r>
              <a:t>• Review high-risk activities.</a:t>
            </a:r>
          </a:p>
          <a:p>
            <a:r>
              <a:t>• Increase monitoring of delayed milestones.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